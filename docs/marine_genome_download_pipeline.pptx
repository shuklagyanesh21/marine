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Marine Prokaryote Genome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D6ECF5"/>
                </a:solidFill>
              </a:defRPr>
            </a:pPr>
            <a:r>
              <a:t>Tier-wise Download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  <a:r>
              <a:t>~120,000 marine prokaryote genomes across 3 tiers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  <a:r>
              <a:t>Source: GTDB R220 + external curated catalogs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  <a:r>
              <a:t>Goal: Discover novel antimicrobial peptides from marine microbes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Marine Peptides Project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6EB4"/>
                </a:solidFill>
              </a:defRPr>
            </a:pPr>
            <a:r>
              <a:t>The Challenge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"Marine" is not a taxonomy — no phylum/class/kingdom called marine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Marine origin is buried in free-text metadata fields (inconsistent, often missing)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Solution: a 3-tier progressive recall strategy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46EB4"/>
                </a:solidFill>
              </a:defRPr>
            </a:pPr>
            <a:r>
              <a:t>Our Approach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Tier 1: Offline keyword filtering of GTDB metadata (high precision, free)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Tier 2: NCBI BioSample ENVO attribute queries (recovers hidden marine MAGs)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Tier 3: External curated marine catalogs (maximum recall)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46EB4"/>
                </a:solidFill>
              </a:defRPr>
            </a:pPr>
            <a:r>
              <a:t>Key Principles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Config-driven (config/config.yaml) — all keywords, thresholds, paths in one place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Reproducible — re-run 5 scripts to regenerate everything from metadata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Resumable — every download step can be interrupted and resumed safely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188720"/>
            <a:ext cx="3017520" cy="8229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GTDB R220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All prokaryotes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~400k genomes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3017520" cy="822960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1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GTDB keyword filter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→ 37,069 genomes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560320"/>
            <a:ext cx="3017520" cy="822960"/>
          </a:xfrm>
          <a:prstGeom prst="roundRect">
            <a:avLst/>
          </a:prstGeom>
          <a:solidFill>
            <a:srgbClr val="0E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2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BioSample ENVO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→ 5,030 genomes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560320"/>
            <a:ext cx="3017520" cy="822960"/>
          </a:xfrm>
          <a:prstGeom prst="roundRect">
            <a:avLst/>
          </a:prstGeom>
          <a:solidFill>
            <a:srgbClr val="09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3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External catalogs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→ 84,934 genomes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114800"/>
            <a:ext cx="5760720" cy="640080"/>
          </a:xfrm>
          <a:prstGeom prst="roundRect">
            <a:avLst/>
          </a:prstGeom>
          <a:solidFill>
            <a:srgbClr val="1B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Combined: ~120,396 marine genomes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5120640"/>
          <a:ext cx="8595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1280160"/>
                <a:gridCol w="128016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Genomes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GTDB keyword filter (offline)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37,069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NCBI BioSample ENVO queries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5,030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 for MAGs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External curated catalogs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84,934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Maximum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Tier 1 — GTDB Metadata Keyword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How it works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Parse GTDB R220 bac120 + ar53 metadata TSVs (~400k genomes)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Scan fields: isolation_source, country, organism_name, lat_lon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Match marine include keywords (whole-word, case-insensitive)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Reject if exclusion keywords hit (freshwater, soil, clinical…)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Tag host-associated genomes (sponge, coral, fish…)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1B7A2E"/>
                </a:solidFill>
              </a:defRPr>
            </a:pPr>
            <a:r>
              <a:t>Result: 37,069 genomes (18,371 species representatives)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Script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scripts/00_select_marine_candidates.py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Logic: src/marine_peptides/download/marine_filter.py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Keyword Categories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Core: marine, seawater, ocean, oceanic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Physical: deep sea, abyssal, hadal, pelagic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Features: hydrothermal vent, cold seep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Coastal: estuary, intertidal, mangrove, reef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Geographic: Pacific, Atlantic, Mediterranean…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C0392B"/>
                </a:solidFill>
              </a:defRPr>
            </a:pPr>
            <a:r>
              <a:t>Exclusion Terms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freshwater, lake, river, soil, terrestrial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wastewater, sewage, sludge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gut, clinical, hospital, blood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Marine Drive, Marine Corps (false positives)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Tier 2 — NCBI BioSample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Why Tier 2?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~80% of GTDB isolation_source is EMPTY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Many marine MAGs/SAGs have env data only in NCBI BioSample records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These are invisible to GTDB-only filtering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Method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Filter to environmental genomes (MAG/SAG/env) with a BioSample ID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Exclude those already flagged by Tier 1 → 246,025 candidates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Query NCBI E-utilities (esearch → efetch by UID) in batches of 200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Rate-limited: 3 req/s without API key, 10 req/s with NCBI_API_KEY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Search BioSample fields: env_broad_scale, env_local_scale,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  env_medium, isolation_source, geo_loc_name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Apply same marine keyword list → match = marine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Results</a:t>
            </a:r>
          </a:p>
          <a:p>
            <a:pPr>
              <a:spcBef>
                <a:spcPts val="600"/>
              </a:spcBef>
              <a:defRPr sz="1600" b="1">
                <a:solidFill>
                  <a:srgbClr val="1B7A2E"/>
                </a:solidFill>
              </a:defRPr>
            </a:pPr>
            <a:r>
              <a:t>5,030 additional marine genomes recovered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2,691 are GTDB species representatives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333333"/>
                </a:solidFill>
              </a:defRPr>
            </a:pPr>
            <a:r>
              <a:t>Evidence strength: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83% strong signal (env_broad/medium/isolation)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2% weaker (geo_loc_name only)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Every match recorded in marine_evidence column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Scripts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scripts/01_enrich_marine_biosample.py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scripts/02_build_manifest.py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Logic: src/marine_peptides/download/biosample.py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666666"/>
                </a:solidFill>
              </a:defRPr>
            </a:pPr>
            <a:r>
              <a:t>Technical notes:</a:t>
            </a:r>
          </a:p>
          <a:p>
            <a:pPr>
              <a:spcBef>
                <a:spcPts val="600"/>
              </a:spcBef>
              <a:defRPr sz="1300" b="0">
                <a:solidFill>
                  <a:srgbClr val="666666"/>
                </a:solidFill>
              </a:defRPr>
            </a:pPr>
            <a:r>
              <a:t>SAMEA/SAMD need esearch→UID→efetch</a:t>
            </a:r>
          </a:p>
          <a:p>
            <a:pPr>
              <a:spcBef>
                <a:spcPts val="600"/>
              </a:spcBef>
              <a:defRPr sz="1300" b="0">
                <a:solidFill>
                  <a:srgbClr val="666666"/>
                </a:solidFill>
              </a:defRPr>
            </a:pPr>
            <a:r>
              <a:t>Results cached to data/interim/ (resumable)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A4A"/>
                </a:solidFill>
              </a:defRPr>
            </a:pPr>
            <a:r>
              <a:t>Tier 1 + 2 — Combined Results (GTDB R220 Marine)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315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Total genomes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42,099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GTDB species representatives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21,062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38,328 (91%)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Archaea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3,771 (9%)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34,420 (82%)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Isolates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6,383 (15%)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1,296 (3%)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Pass MIMAG QC (≥50% comp, ≤5% cont)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40,061 (95.2%)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With lat/lon coordinates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20,989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Host-associated (tagged)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1,408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Manifest: data/processed/genome_manifest.tsv (version-controlled provenance table)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6EB4"/>
                </a:solidFill>
              </a:defRPr>
            </a:pPr>
            <a:r>
              <a:t>Top Phyla (GTDB R220)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Pseudomonadota: 17,242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Bacteroidota: 5,286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Actinomycetota: 2,362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Chloroflexota: 1,716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Cyanobacteriota: 1,332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Desulfobacterota: 1,158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Planctomycetota: 1,147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Thermoplasmatota: 1,136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A4A"/>
                </a:solidFill>
              </a:defRPr>
            </a:pPr>
            <a:r>
              <a:t>Genome Download — Tier 1+2 (NCBI Datasets)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Method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All 42,099 genomes have NCBI GCA/GCF accessions (via GTDB)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Downloaded using NCBI Datasets CLI / REST API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FASTA-only (genomic sequences, no annotations)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Stored at: data/raw/ncbi_dataset/data/&lt;accession&gt;/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Storage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One directory per accession under data/raw/ncbi_dataset/data/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Each contains: &lt;accession&gt;_&lt;assembly&gt;_genomic.fna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Total: ~148 GB on disk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Key Design Choices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Manifest-driven: only download accessions in genome_manifest.tsv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Batched: 500 accessions per API call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data/raw/ is READ-ONLY after download (project convention)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Tier 3 — External Curated Marine Catalogs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Why Tier 3?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GTDB R220 only indexes NCBI GenBank/RefSeq — many marine genomes live elsewhere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Published after GTDB R220 freeze, or in non-NCBI repositories (ENA, Figshare, CNGB)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De novo assembled MAGs never submitted to GenBank individually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Goal: maximize recall by integrating all major marine genome catalogs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474720"/>
          <a:ext cx="9692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1097280"/>
                <a:gridCol w="1097280"/>
                <a:gridCol w="109728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Catalog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Genomes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Disk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MarRef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Marine Metagenomics Portal v1.8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151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GORG-Tropics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ENA PRJEB33281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SAGs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12,711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2.4 GB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MarDB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Marine Metagenomics Portal v1.7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19,761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OceanDNA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Figshare 5564844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MAGs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52,325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 GB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GOMC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CNGB CNP0001755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Failed (server down)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84,934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~71 GB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A4A"/>
                </a:solidFill>
              </a:defRPr>
            </a:pPr>
            <a:r>
              <a:t>Tier 3 — Download Strategy &amp;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Design Principles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Resumable: state files track progress; safe to interrupt/restart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250 GB disk budget enforced (hard stop)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Smallest-first order: MarRef → GORG → MarDB → OceanDNA → GOMC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FASTA-only: no annotations or protein files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Symlink reuse: if genome already in Tier 1+2, symlink instead of re-download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Delete archives after extraction to save space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Parallel Downloads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NCBI REST batches: 4 workers × 100 accessions/batch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GORG SAGs: 12 parallel ENA FTP downloads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GOMC: 24-part HTTP Range parallel download (slow server)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File materialization: 8 parallel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Deduplication Strategy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6,637 genomes exist in both Tier 1+2 and Tier 3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These are stored as symlinks → Tier 1+2 files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Zero disk duplication; manifest tracks is_in_tier12 flag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File Organization</a:t>
            </a:r>
          </a:p>
          <a:p>
            <a:pPr>
              <a:spcBef>
                <a:spcPts val="600"/>
              </a:spcBef>
              <a:defRPr sz="1400" b="1">
                <a:solidFill>
                  <a:srgbClr val="333333"/>
                </a:solidFill>
              </a:defRPr>
            </a:pPr>
            <a:r>
              <a:t>data/raw/tier3/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├── marref/     137 files  (GCA_*.fna.gz)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├── gorg/     12,711 files (&lt;WGS&gt;.fna.gz)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├── mardb/    19,761 files (GCA_*_genomic.fna)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├── oceandna/ 52,325 files (OceanDNA-*.fna.gz)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└── gomc/          0 files (failed)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A4A"/>
                </a:solidFill>
              </a:defRPr>
            </a:pPr>
            <a:r>
              <a:t>Tier 3 — MarRef &amp; MarDB (NCBI-backed catalogs)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6EB4"/>
                </a:solidFill>
              </a:defRPr>
            </a:pPr>
            <a:r>
              <a:t>Source: Marine Metagenomics Portal (mmp.sfb.uit.no)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MarRef v1.8: 137 curated complete/near-complete marine reference genomes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MarDB v1.7: 19,761 comprehensive marine genomes (MAGs, SAGs, isolates)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All entries have NCBI GCA assembly accessions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Download Process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1. Parse metadata TSV → extract GCA accessions (acc:assembly_genbank column)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2. Check against Tier 1+2 local files → symlink matches (6,637 total)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3. Download remaining via NCBI Datasets REST API (batches of 100, 4 workers)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4. Extract zip → materialize .fna files to output dir (8 parallel workers)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5. Log unresolvable accessions to missing.txt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Metadata Enrichment (MarDB)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GTDB taxonomy available for 65% of genomes (tax:gtdb_classification)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CheckM completeness/contamination for 66% (gen:completeness, gen:contamination)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Isolation source, lat/lon, depth where recorded in source metadata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A4A"/>
                </a:solidFill>
              </a:defRPr>
            </a:pPr>
            <a:r>
              <a:t>Tier 3 — GORG-Tropics (SAGs from ENA)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About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Global Ocean Reference Genomes — Tropics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Pachiadaki et al. 2019 (Nature)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Single-amplified genomes from tropical/subtropical surface ocean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ENA Project: PRJEB33281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12,711 SAG assemblies (WGS sets)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Download Process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1. Query ENA filereport API for PRJEB33281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   → get WGS set accessions + FTP URLs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2. Download each SAG .fasta.gz from ENA FTP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   12 parallel workers via ThreadPoolExecutor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3. Save as &lt;WGS_SET_ID&gt;.fna.gz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Technical Details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No NCBI accession (ENA WGS sets, not in GenBank)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No per-genome QC metadata available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All tagged: isolation_source = 'marine water'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333333"/>
                </a:solidFill>
              </a:defRPr>
            </a:pPr>
            <a:r>
              <a:t>ENA filereport URL format: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https://www.ebi.ac.uk/ena/portal/api/filereport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  ?accession=PRJEB33281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  &amp;result=wgs_set&amp;fields=...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333333"/>
                </a:solidFill>
              </a:defRPr>
            </a:pPr>
            <a:r>
              <a:t>FTP pattern: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ftp.ebi.ac.uk/pub/databases/ena/wgs/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  public/&lt;prefix&gt;/&lt;SET_ID&gt;.fasta.gz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A4A"/>
                </a:solidFill>
              </a:defRPr>
            </a:pPr>
            <a:r>
              <a:t>Tier 3 — OceanDNA (~52k Ocean MAGs from Figshare)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About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OceanDNA — Nishimura &amp; Yoshizawa 2022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~52k MAGs from global ocean metagenomes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Hosted on Figshare (collection 5564844)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Includes species representatives + non-representatives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De novo assemblies — no NCBI accessions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Download Process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1. Download 3 tar archives from Figshare (direct file IDs):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   • fasta_species-representatives.tar (ID: 29164842)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   • fasta_non-representatives.tar (ID: 29200011)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   • Supplement_revised.tar.gz (ID: 35080240)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2. Verify MD5 checksums before extraction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3. Stream tar extraction → individual .fna.gz files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4. Delete source tar archives after extraction (save ~25 GB)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Technical Details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52,325 genomes extracted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31 GB total on disk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No per-genome metadata (no GTDB, no CheckM)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Naming: OceanDNA-&lt;id&gt;.fna.gz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333333"/>
                </a:solidFill>
              </a:defRPr>
            </a:pPr>
            <a:r>
              <a:t>Figshare download URL pattern: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https://figshare.com/ndownloader/files/&lt;FILE_ID&gt;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333333"/>
                </a:solidFill>
              </a:defRPr>
            </a:pPr>
            <a:r>
              <a:t>MD5 verification: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reps: 807b0f70c096ad740377e9e22c77b315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nonreps: c50cd5c886441990ad46bf5cf001c6d0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A4A"/>
                </a:solidFill>
              </a:defRPr>
            </a:pPr>
            <a:r>
              <a:t>Tier 3 — GOMC (Failed — CNGB Server Unreachable)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About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Global Ocean Microbial Census (GOMC)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~67k MAGs from global ocean sampling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Hosted at CNGB (China National GeneBank)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Two archives: 24195 genomes (17.9 GB) + 43191 MAGs (30.8 GB)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E86C00"/>
                </a:solidFill>
              </a:defRPr>
            </a:pPr>
            <a:r>
              <a:t>What Was Attempted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1. Fetched md5.txt for integrity verification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2. Implemented 24-part parallel HTTP Range download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3. Multiple retry attempts over several days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4. Server consistently refused connections / SSL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t>Failure Mode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Connection refused (Errno 111)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SSL: UNEXPECTED_EOF_WHILE_READING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Connection timeouts (134+ seconds)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416 Range Not Satisfiable (corrupted partial)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Future Retry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Code is ready: scripts/04_download_tier3.py --catalog gomc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Run when CNGB server is back online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Script will automatically resume from scratch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Expected: +67k genomes, +48 GB disk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Combined Dataset — All Tiers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686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Genomes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Unique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Disk</a:t>
                      </a:r>
                    </a:p>
                  </a:txBody>
                  <a:tcPr>
                    <a:solidFill>
                      <a:srgbClr val="146E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GTDB R220 keyword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37,069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37,069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~100 GB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NCBI BioSample ENVO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5,030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5,030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~48 GB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3 - MarRef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Marine Metagenomics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151 MB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3 - GORG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ENA (SAGs)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12,711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12,711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2.4 GB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3 - MarDB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Marine Metagenomics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19,761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13,140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 GB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3 - OceanDNA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Figshare (MAGs)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52,325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52,325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 GB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3 - GOMC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CNGB (failed)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127,033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~120,396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~220 GB</a:t>
                      </a:r>
                    </a:p>
                  </a:txBody>
                  <a:tcPr>
                    <a:solidFill>
                      <a:srgbClr val="D6EC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6,637 genomes shared between Tier 1+2 and Tier 3 (stored as symlinks, no disk duplication)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78,297 genomes are unique to Tier 3 (not in GTDB marine filter results)</a:t>
            </a:r>
          </a:p>
          <a:p>
            <a:pPr>
              <a:spcBef>
                <a:spcPts val="600"/>
              </a:spcBef>
              <a:defRPr sz="1400" b="1">
                <a:solidFill>
                  <a:srgbClr val="146EB4"/>
                </a:solidFill>
              </a:defRPr>
            </a:pPr>
            <a:r>
              <a:t>This is one of the most comprehensive marine prokaryote genome collections for peptide discovery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A4A"/>
                </a:solidFill>
              </a:defRPr>
            </a:pPr>
            <a:r>
              <a:t>Code Organization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Scripts (thin wrappers)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00_select_marine_candidates.py → Tier 1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01_enrich_marine_biosample.py → Tier 2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02_build_manifest.py → combine Tier 1+2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03_fetch_tier3_metadata.py → Tier 3 metadata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04_download_tier3.py --catalog &lt;name&gt; → download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05_build_tier3_manifest.py → Tier 3 manifest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Package (reusable logic)</a:t>
            </a:r>
          </a:p>
          <a:p>
            <a:pPr>
              <a:spcBef>
                <a:spcPts val="600"/>
              </a:spcBef>
              <a:defRPr sz="1400" b="1">
                <a:solidFill>
                  <a:srgbClr val="333333"/>
                </a:solidFill>
              </a:defRPr>
            </a:pPr>
            <a:r>
              <a:t>src/marine_peptides/download/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├── gtdb_metadata.py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├── marine_filter.py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├── biosample.py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├── manifest.py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  └── tier3/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      ├── common.py (download, extract, disk)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      ├── marref.py (NCBI catalog logic)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      ├── gorg.py, oceandna.py, gomc.py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  <a:r>
              <a:t>      └── manifest.py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6EB4"/>
                </a:solidFill>
              </a:defRPr>
            </a:pPr>
            <a:r>
              <a:t>Configuration</a:t>
            </a:r>
          </a:p>
          <a:p>
            <a:pPr>
              <a:spcBef>
                <a:spcPts val="600"/>
              </a:spcBef>
              <a:defRPr sz="1400" b="1">
                <a:solidFill>
                  <a:srgbClr val="333333"/>
                </a:solidFill>
              </a:defRPr>
            </a:pPr>
            <a:r>
              <a:t>config/config.yaml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• All keyword lists (include/exclude/host)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• QC thresholds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• Tier 3 catalog configs (URLs, file IDs, MD5s)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• Disk budget (250 GB)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• Download order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Manifests (outputs)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data/processed/genome_manifest.tsv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→ 42,099 rows (Tier 1+2 provenance)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data/processed/tier3_manifest.tsv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  → 84,934 rows (Tier 3 per-catalog inventory)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46EB4"/>
                </a:solidFill>
              </a:defRPr>
            </a:pPr>
            <a:r>
              <a:t>To Reproduce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1. Install: uv sync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2. Run scripts 00→05 in order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  <a:r>
              <a:t>3. Everything regenerates from metadata + config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A4A"/>
                </a:solidFill>
              </a:defRPr>
            </a:pPr>
            <a:r>
              <a:t>For Future Contributors — How to Resume or Extend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6EB4"/>
                </a:solidFill>
              </a:defRPr>
            </a:pPr>
            <a:r>
              <a:t>Retry GOMC download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cd /path/to/marine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uv run python scripts/04_download_tier3.py --catalog gomc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# Then rebuild manifest: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uv run python scripts/05_build_tier3_manifest.py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146EB4"/>
                </a:solidFill>
              </a:defRPr>
            </a:pPr>
            <a:r>
              <a:t>Add a new catalog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1. Add config entry in config/config.yaml under tier3: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2. Create src/marine_peptides/download/tier3/&lt;name&gt;.py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3. Add handler in scripts/04_download_tier3.py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4. Re-run scripts/05_build_tier3_manifest.py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146EB4"/>
                </a:solidFill>
              </a:defRPr>
            </a:pPr>
            <a:r>
              <a:t>Re-run full pipeline from scratch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# Ensure GTDB metadata in data/metadata/gtdb/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uv run python scripts/00_select_marine_candidates.py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uv run python scripts/01_enrich_marine_biosample.py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uv run python scripts/02_build_manifest.py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uv run python scripts/03_fetch_tier3_metadata.py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uv run python scripts/04_download_tier3.py</a:t>
            </a:r>
          </a:p>
          <a:p>
            <a:pPr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  <a:r>
              <a:t>uv run python scripts/05_build_tier3_manifest.py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6EB4"/>
                </a:solidFill>
              </a:defRPr>
            </a:pPr>
            <a:r>
              <a:t>Key Files to Know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AGENTS.md — project conventions (read first!)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config/config.yaml — all params in one place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docs/marine-genome-selection.md — this documentation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C0392B"/>
                </a:solidFill>
              </a:defRPr>
            </a:pPr>
            <a:r>
              <a:t>Important Constraints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data/raw/ is READ-ONLY after download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Never hardcode paths — use config.yaml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Scripts are thin wrappers; logic in src/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Disk budget: check before large downloads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146EB4"/>
                </a:solidFill>
              </a:defRPr>
            </a:pPr>
            <a:r>
              <a:t>Environment Setup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Python/ML: uv sync (reads pyproject.toml)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Bioinfo CLIs: conda env create -f env/environment.yml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  <a:r>
              <a:t>Both needed for full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